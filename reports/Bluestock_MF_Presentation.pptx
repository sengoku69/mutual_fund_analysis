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94609" autoAdjust="0"/>
  </p:normalViewPr>
  <p:slideViewPr>
    <p:cSldViewPr>
      <p:cViewPr varScale="1">
        <p:scale>
          <a:sx n="115" d="100"/>
          <a:sy n="115" d="100"/>
        </p:scale>
        <p:origin x="-152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EEBC2-2D17-4AB4-82A4-F3D6FE3FBC55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FEC20-2E8F-4BEB-9D20-403B18F410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FEC20-2E8F-4BEB-9D20-403B18F410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CEEBF-5FBB-4B7A-8832-B3C457328A9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6DB8B-0C59-4041-872E-C88D47C3D97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Mutual Fund Analytics &amp; Performance Evaluation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Capstone Project Presentation</a:t>
            </a:r>
          </a:p>
          <a:p>
            <a:r>
              <a:rPr lang="en-US" b="1" dirty="0" smtClean="0"/>
              <a:t>Submitted By: </a:t>
            </a:r>
            <a:r>
              <a:rPr lang="en-US" b="1" dirty="0" err="1" smtClean="0"/>
              <a:t>Suraj</a:t>
            </a:r>
            <a:r>
              <a:rPr lang="en-US" b="1" dirty="0" smtClean="0"/>
              <a:t> </a:t>
            </a:r>
            <a:r>
              <a:rPr lang="en-US" b="1" dirty="0" err="1" smtClean="0"/>
              <a:t>Narayan</a:t>
            </a:r>
            <a:endParaRPr lang="en-US" b="1" dirty="0" smtClean="0"/>
          </a:p>
          <a:p>
            <a:r>
              <a:rPr lang="en-US" b="1" dirty="0" err="1" smtClean="0"/>
              <a:t>Bluestock</a:t>
            </a:r>
            <a:r>
              <a:rPr lang="en-US" b="1" dirty="0" smtClean="0"/>
              <a:t> </a:t>
            </a:r>
            <a:r>
              <a:rPr lang="en-US" b="1" dirty="0" err="1" smtClean="0"/>
              <a:t>Fintech</a:t>
            </a:r>
            <a:r>
              <a:rPr lang="en-US" b="1" dirty="0" smtClean="0"/>
              <a:t> Internship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Large volumes of mutual fund data are difficult to analyze manually. </a:t>
            </a:r>
          </a:p>
          <a:p>
            <a:r>
              <a:rPr lang="en-US" sz="2400" dirty="0" smtClean="0"/>
              <a:t>Investors require insights into performance, risk, and market trends. </a:t>
            </a:r>
          </a:p>
          <a:p>
            <a:r>
              <a:rPr lang="en-US" sz="2400" dirty="0" smtClean="0"/>
              <a:t>Fund managers need tools for monitoring growth and investor behavior. </a:t>
            </a:r>
          </a:p>
          <a:p>
            <a:r>
              <a:rPr lang="en-US" sz="2400" dirty="0" smtClean="0"/>
              <a:t>The project aims to transform raw data into actionable business insights.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Build ETL pipeline. </a:t>
            </a:r>
          </a:p>
          <a:p>
            <a:r>
              <a:rPr lang="en-US" sz="2400" dirty="0" smtClean="0"/>
              <a:t>Perform Exploratory Data Analysis. </a:t>
            </a:r>
          </a:p>
          <a:p>
            <a:r>
              <a:rPr lang="en-US" sz="2400" dirty="0" smtClean="0"/>
              <a:t>Analyze fund performance. </a:t>
            </a:r>
          </a:p>
          <a:p>
            <a:r>
              <a:rPr lang="en-US" sz="2400" dirty="0" smtClean="0"/>
              <a:t>Calculate advanced risk metrics. </a:t>
            </a:r>
          </a:p>
          <a:p>
            <a:r>
              <a:rPr lang="en-US" sz="2400" dirty="0" smtClean="0"/>
              <a:t>Study investor behavior. </a:t>
            </a:r>
          </a:p>
          <a:p>
            <a:r>
              <a:rPr lang="en-US" sz="2400" dirty="0" smtClean="0"/>
              <a:t>Develop Power BI dashboard. </a:t>
            </a:r>
          </a:p>
          <a:p>
            <a:r>
              <a:rPr lang="en-US" sz="2400" dirty="0" smtClean="0"/>
              <a:t>Generate actionable insights. 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Overview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Purpose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Fund Master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Scheme Information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NAV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 Analysis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AUM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Industry Growth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SIP Inflows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Investor Activity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Category Inflows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Market Trends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Investor Transactions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Investor Analytics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Portfolio Holdings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Sector Analysis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Scheme Performance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Risk &amp; Returns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Data Collection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ETL Pipeline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Data Cleaning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EDA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Performance Analytics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Advanced Analytics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Power BI Dashboard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Insights &amp; Reporting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/>
          <a:lstStyle/>
          <a:p>
            <a:r>
              <a:rPr lang="en-US" dirty="0" smtClean="0"/>
              <a:t>EDA Highlights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556793"/>
            <a:ext cx="8229600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86869" y="4874452"/>
            <a:ext cx="44737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Key Findings:</a:t>
            </a:r>
          </a:p>
          <a:p>
            <a:r>
              <a:rPr lang="en-US" dirty="0" smtClean="0"/>
              <a:t>SIP inflows increased significantly over time. </a:t>
            </a:r>
          </a:p>
          <a:p>
            <a:r>
              <a:rPr lang="en-US" dirty="0" smtClean="0"/>
              <a:t>Investor participation remained strong. </a:t>
            </a:r>
          </a:p>
          <a:p>
            <a:r>
              <a:rPr lang="en-US" dirty="0" smtClean="0"/>
              <a:t>Consistent long-term growth trend observed.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EDA Highlights (Continued)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340768"/>
            <a:ext cx="7920880" cy="36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39552" y="5157192"/>
            <a:ext cx="8352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Key Findings:</a:t>
            </a:r>
          </a:p>
          <a:p>
            <a:r>
              <a:rPr lang="en-US" dirty="0" smtClean="0"/>
              <a:t>Liquid Funds attracted the highest inflows. </a:t>
            </a:r>
          </a:p>
          <a:p>
            <a:r>
              <a:rPr lang="en-US" dirty="0" smtClean="0"/>
              <a:t>Mid Cap and Flexi Cap categories showed strong interest. </a:t>
            </a:r>
          </a:p>
          <a:p>
            <a:r>
              <a:rPr lang="en-US" dirty="0" smtClean="0"/>
              <a:t>Category performance varied across periods.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Analytics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12776"/>
            <a:ext cx="822960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51520" y="5589240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Key Metrics:</a:t>
            </a:r>
            <a:r>
              <a:rPr lang="en-US" dirty="0"/>
              <a:t> </a:t>
            </a:r>
            <a:r>
              <a:rPr lang="en-US" dirty="0" smtClean="0"/>
              <a:t>CAGR Analysis, Sharpe Ratio, </a:t>
            </a:r>
            <a:r>
              <a:rPr lang="en-US" dirty="0" err="1" smtClean="0"/>
              <a:t>Sortino</a:t>
            </a:r>
            <a:r>
              <a:rPr lang="en-US" dirty="0" smtClean="0"/>
              <a:t> Ratio, Alpha &amp; Beta , Maximum Drawdown.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Analytics &amp; Risk Metrics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4784"/>
            <a:ext cx="8229600" cy="3831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27584" y="5661248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Highlights: </a:t>
            </a:r>
            <a:r>
              <a:rPr lang="en-US" dirty="0" err="1" smtClean="0"/>
              <a:t>VaR</a:t>
            </a:r>
            <a:r>
              <a:rPr lang="en-US" dirty="0" smtClean="0"/>
              <a:t> (95%), </a:t>
            </a:r>
            <a:r>
              <a:rPr lang="en-US" dirty="0" err="1" smtClean="0"/>
              <a:t>CVaR</a:t>
            </a:r>
            <a:r>
              <a:rPr lang="en-US" dirty="0" smtClean="0"/>
              <a:t> (95%), Rolling Sharpe Ratio, Cohort Analysis, SIP Continuity Analysis , Fund Recommendation Engine.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 Overview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59376"/>
            <a:ext cx="8229600" cy="4007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 Analytics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835696" y="1340768"/>
            <a:ext cx="568863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221088"/>
            <a:ext cx="4259994" cy="2122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4932040" y="4221088"/>
            <a:ext cx="4086153" cy="2122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 &amp;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Key Findings:</a:t>
            </a:r>
            <a:endParaRPr lang="en-US" sz="2400" dirty="0" smtClean="0"/>
          </a:p>
          <a:p>
            <a:r>
              <a:rPr lang="en-US" sz="2000" dirty="0" smtClean="0"/>
              <a:t>SIP investments continue to grow steadily. </a:t>
            </a:r>
          </a:p>
          <a:p>
            <a:r>
              <a:rPr lang="en-US" sz="2000" dirty="0" smtClean="0"/>
              <a:t>Risk-adjusted performance varies significantly across funds. </a:t>
            </a:r>
          </a:p>
          <a:p>
            <a:r>
              <a:rPr lang="en-US" sz="2000" dirty="0" smtClean="0"/>
              <a:t>Investor participation is concentrated in key demographic groups. </a:t>
            </a:r>
          </a:p>
          <a:p>
            <a:r>
              <a:rPr lang="en-US" sz="2000" dirty="0" smtClean="0"/>
              <a:t>Interactive dashboards improve decision-making.</a:t>
            </a:r>
          </a:p>
          <a:p>
            <a:endParaRPr lang="en-US" dirty="0" smtClean="0"/>
          </a:p>
          <a:p>
            <a:r>
              <a:rPr lang="en-US" sz="2400" b="1" dirty="0" smtClean="0"/>
              <a:t>Conclusion:</a:t>
            </a:r>
            <a:endParaRPr lang="en-US" sz="2400" dirty="0" smtClean="0"/>
          </a:p>
          <a:p>
            <a:r>
              <a:rPr lang="en-US" sz="2200" dirty="0" smtClean="0"/>
              <a:t>Successfully built an end-to-end mutual fund analytics solution. </a:t>
            </a:r>
          </a:p>
          <a:p>
            <a:r>
              <a:rPr lang="en-US" sz="2200" dirty="0" smtClean="0"/>
              <a:t>Combined ETL, analytics, risk metrics, and visualization techniques. </a:t>
            </a:r>
          </a:p>
          <a:p>
            <a:r>
              <a:rPr lang="en-US" sz="2200" dirty="0" smtClean="0"/>
              <a:t>Delivered actionable insights for investors and analysts.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339</Words>
  <Application>Microsoft Office PowerPoint</Application>
  <PresentationFormat>On-screen Show (4:3)</PresentationFormat>
  <Paragraphs>80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Mutual Fund Analytics &amp; Performance Evaluation System</vt:lpstr>
      <vt:lpstr>Problem Statement</vt:lpstr>
      <vt:lpstr>Project Objectives</vt:lpstr>
      <vt:lpstr>Dataset Overview</vt:lpstr>
      <vt:lpstr>Project Workflow</vt:lpstr>
      <vt:lpstr>EDA Highlights</vt:lpstr>
      <vt:lpstr>EDA Highlights (Continued)</vt:lpstr>
      <vt:lpstr>Performance Analytics</vt:lpstr>
      <vt:lpstr>Advanced Analytics &amp; Risk Metrics</vt:lpstr>
      <vt:lpstr>Dashboard Overview</vt:lpstr>
      <vt:lpstr>Dashboard Analytics</vt:lpstr>
      <vt:lpstr>Key Findings &amp; 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&amp; Performance Evaluation System</dc:title>
  <dc:creator>surajn</dc:creator>
  <cp:lastModifiedBy>surajn</cp:lastModifiedBy>
  <cp:revision>10</cp:revision>
  <dcterms:created xsi:type="dcterms:W3CDTF">2026-06-11T09:44:19Z</dcterms:created>
  <dcterms:modified xsi:type="dcterms:W3CDTF">2026-06-11T11:20:32Z</dcterms:modified>
</cp:coreProperties>
</file>